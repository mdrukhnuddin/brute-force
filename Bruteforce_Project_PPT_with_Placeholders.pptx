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Brute-Force Attacks –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By Inlighn Tech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With Placeholder Screenshots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Dark Cyber Security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Simulate brute‑force attacks on web login forms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Tools used: Burp Suite &amp; Hydra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Understand weak authentication exploitation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Learn prevention &amp; mitigation techniques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Basic HTTP request understanding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Linux/Kali Linux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Burp Suite, Hydra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bWAPP / DVWA vulnerable app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Lab 1: Burp Suite Brute‑Force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Steps: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1. Intercept login request in Burp Suite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2. Send to Intruder → Cluster Bomb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3. Configure username/password payloads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4. Run attack &amp; analyze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9696"/>
                </a:solidFill>
              </a:defRPr>
            </a:pPr>
            <a:r>
              <a:t>[Insert Screenshot: Burp Suite – Intercept ON]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9696"/>
                </a:solidFill>
              </a:defRPr>
            </a:pPr>
            <a:r>
              <a:t>[Insert Screenshot: Intruder – Positions]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Burp Suite – Attack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Intruder enumerates combinations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Find valid login via length/status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9696"/>
                </a:solidFill>
              </a:defRPr>
            </a:pPr>
            <a:r>
              <a:t>[Insert Screenshot: Intruder Attack Results]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Lab 2: Hydra Web Form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Steps: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1. Identify form action &amp; fields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2. Run Hydra command: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   hydra -l admin -P passwords.txt &lt;IP&gt; http-post-form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   "/bwapp/login.php:login=^USER^&amp;password=^PASS^:Invalid"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3. Read Hydra output for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9696"/>
                </a:solidFill>
              </a:defRPr>
            </a:pPr>
            <a:r>
              <a:t>[Insert Screenshot: Hydra Command]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Hydra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Hydra checks responses for valid credentials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Displays successful login on success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9696"/>
                </a:solidFill>
              </a:defRPr>
            </a:pPr>
            <a:r>
              <a:t>[Insert Screenshot: Hydra Output]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Mitigation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Strong password policies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Limit login attempts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Account lockout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CAPTCHA / MFA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Rate‑limiting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Monitoring &amp; alerting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>
                <a:solidFill>
                  <a:srgbClr val="00C8FF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E6E6E6"/>
                </a:solidFill>
              </a:defRPr>
            </a:pPr>
            <a:r>
              <a:t>• Successfully simulated brute‑force attacks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Understood authentication weaknesses</a:t>
            </a:r>
          </a:p>
          <a:p>
            <a:pPr>
              <a:defRPr sz="2000">
                <a:solidFill>
                  <a:srgbClr val="E6E6E6"/>
                </a:solidFill>
              </a:defRPr>
            </a:pPr>
            <a:r>
              <a:t>• Learned mitigation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969696"/>
                </a:solidFill>
              </a:defRPr>
            </a:pPr>
            <a:r>
              <a:t>[Optional: Insert Final Screenshot]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